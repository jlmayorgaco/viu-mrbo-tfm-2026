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4"/>
    <p:sldMasterId id="2147483656" r:id="rId5"/>
    <p:sldMasterId id="2147483680" r:id="rId6"/>
    <p:sldMasterId id="2147483685" r:id="rId7"/>
    <p:sldMasterId id="2147483699" r:id="rId8"/>
  </p:sldMasterIdLst>
  <p:notesMasterIdLst>
    <p:notesMasterId r:id="rId19"/>
  </p:notesMasterIdLst>
  <p:handoutMasterIdLst>
    <p:handoutMasterId r:id="rId20"/>
  </p:handoutMasterIdLst>
  <p:sldIdLst>
    <p:sldId id="258" r:id="rId9"/>
    <p:sldId id="262" r:id="rId10"/>
    <p:sldId id="268" r:id="rId11"/>
    <p:sldId id="282" r:id="rId12"/>
    <p:sldId id="283" r:id="rId13"/>
    <p:sldId id="264" r:id="rId14"/>
    <p:sldId id="265" r:id="rId15"/>
    <p:sldId id="266" r:id="rId16"/>
    <p:sldId id="274" r:id="rId17"/>
    <p:sldId id="263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73"/>
  </p:normalViewPr>
  <p:slideViewPr>
    <p:cSldViewPr snapToGrid="0" snapToObjects="1">
      <p:cViewPr varScale="1">
        <p:scale>
          <a:sx n="71" d="100"/>
          <a:sy n="71" d="100"/>
        </p:scale>
        <p:origin x="69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0" d="100"/>
          <a:sy n="160" d="100"/>
        </p:scale>
        <p:origin x="676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CE5254A-FBCB-B444-AF72-FCFABD6B9A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C3220B-5B46-9841-98EC-DF5C6E90E4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67DAF-59A7-5648-9346-451BAEB098C6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297E16-809F-A949-9AF0-120C7A751C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2FF8AA-833A-2144-90FF-67A4ECDD50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86112-85CF-A846-AAA7-7FFEF9F4425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6195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3AB20-4437-9340-9FF8-81347A87F1AD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1311A-5966-C54A-8A32-DB537D3CAD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261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06C099-15B1-0F44-A33A-893D16CF26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095" y="0"/>
            <a:ext cx="12204096" cy="6858000"/>
          </a:xfrm>
          <a:prstGeom prst="rect">
            <a:avLst/>
          </a:prstGeom>
        </p:spPr>
      </p:pic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902393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5400" b="1" i="0" spc="-1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DF7306E1-EC40-8E43-99C5-762DD98192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893" y="1264063"/>
            <a:ext cx="7570912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50751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21668E7-CCFA-8049-A1A9-56C6C515C3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120737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0" b="1" i="0" spc="-1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72560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1A87C9A2-DC11-A04C-8D13-4E7702C8CB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1227" y="0"/>
            <a:ext cx="12192000" cy="6858000"/>
          </a:xfrm>
          <a:prstGeom prst="rect">
            <a:avLst/>
          </a:prstGeom>
        </p:spPr>
      </p:pic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B6CB6766-AA25-7F46-A3DD-4D70475B90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60" y="5054600"/>
            <a:ext cx="11415107" cy="948267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1" i="0" spc="-1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capítulo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D66E09DF-0CE0-6C40-9D23-6DF3B17D89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60" y="4125011"/>
            <a:ext cx="11415107" cy="922865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1" i="0" spc="-1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00</a:t>
            </a:r>
            <a:br>
              <a:rPr lang="es-ES" dirty="0"/>
            </a:br>
            <a:endParaRPr lang="es-ES" dirty="0"/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0B94D12C-EF15-7241-8F8A-D85C9BC4DD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60" y="6392630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07709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17382A-8AAA-CB48-A11C-E5B5301F0D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609"/>
            <a:ext cx="12169585" cy="6845391"/>
          </a:xfrm>
          <a:prstGeom prst="rect">
            <a:avLst/>
          </a:prstGeom>
        </p:spPr>
      </p:pic>
      <p:sp>
        <p:nvSpPr>
          <p:cNvPr id="18" name="Marcador de texto 13">
            <a:extLst>
              <a:ext uri="{FF2B5EF4-FFF2-40B4-BE49-F238E27FC236}">
                <a16:creationId xmlns:a16="http://schemas.microsoft.com/office/drawing/2014/main" id="{39E87D53-8499-8044-B22E-74D4F56221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60" y="5054600"/>
            <a:ext cx="11415107" cy="948267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1" i="0" spc="-1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capítulo</a:t>
            </a:r>
          </a:p>
        </p:txBody>
      </p:sp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CD4E9A0-39A8-774F-8E5D-965329C429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60" y="4125011"/>
            <a:ext cx="11415107" cy="922865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1" i="0" spc="-1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00</a:t>
            </a:r>
            <a:br>
              <a:rPr lang="es-ES" dirty="0"/>
            </a:br>
            <a:endParaRPr lang="es-ES" dirty="0"/>
          </a:p>
        </p:txBody>
      </p:sp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776F372C-FA44-BC4A-802E-1F501B3092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60" y="6392630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87371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97FDEB1-C7E7-264E-BEF2-65660E1A7C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B50D3FED-6049-FA4B-8A37-E5F06A6B46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/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CEBB2E2-DBE2-7D45-85D9-738DBA6B0366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Font typeface="Arial" panose="020B0604020202020204" pitchFamily="34" charset="0"/>
              <a:buNone/>
            </a:pPr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9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32" name="Marcador de texto 25">
            <a:extLst>
              <a:ext uri="{FF2B5EF4-FFF2-40B4-BE49-F238E27FC236}">
                <a16:creationId xmlns:a16="http://schemas.microsoft.com/office/drawing/2014/main" id="{66002469-9E56-F043-A66E-8B630B63C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3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C73B503-43E8-934A-9B40-70BACCC702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932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D36275F-3158-3E40-8E88-18EE0F31E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B85E97A-5666-E74E-8C82-E93E0115A0AD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ED958E88-22D3-0C44-BFB4-AEE9C2E9E4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ABE3CAE6-A0C4-B541-8898-3F0AD2B6B9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5935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0903A72B-184E-694C-8C61-13AE768339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20446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8" name="Marcador de texto 25">
            <a:extLst>
              <a:ext uri="{FF2B5EF4-FFF2-40B4-BE49-F238E27FC236}">
                <a16:creationId xmlns:a16="http://schemas.microsoft.com/office/drawing/2014/main" id="{7D603DB6-623D-C140-BDFA-A8C98EA043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15935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A0C7455-3756-1C4F-B07F-C331055B9F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16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adroTexto 20">
            <a:extLst>
              <a:ext uri="{FF2B5EF4-FFF2-40B4-BE49-F238E27FC236}">
                <a16:creationId xmlns:a16="http://schemas.microsoft.com/office/drawing/2014/main" id="{275D6B4F-3422-354D-92D6-68B215D03878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B8AD0D27-82CE-3F4B-93C5-CC5AE27378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FA47B6BD-8F6C-234F-89B1-1F018BA06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5337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8" name="Marcador de texto 25">
            <a:extLst>
              <a:ext uri="{FF2B5EF4-FFF2-40B4-BE49-F238E27FC236}">
                <a16:creationId xmlns:a16="http://schemas.microsoft.com/office/drawing/2014/main" id="{2CBF1D92-964D-4347-A9A3-234AF31941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9" name="Marcador de texto 25">
            <a:extLst>
              <a:ext uri="{FF2B5EF4-FFF2-40B4-BE49-F238E27FC236}">
                <a16:creationId xmlns:a16="http://schemas.microsoft.com/office/drawing/2014/main" id="{7C0E5D8D-2821-A24F-AEB3-EE095E1CE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3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632615D-0ED9-3B4D-BC0A-9C19E0A9E0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3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46EBC75A-9B7A-B54E-85DF-B79AF25D84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7EDF925-D83E-B04E-B5F9-5E5F42ED1EF9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0C7BAFB5-0C3A-1442-A5F8-7E6F75E348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D65E536-901D-004C-A655-0B89E3C73F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5935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2" name="Marcador de texto 25">
            <a:extLst>
              <a:ext uri="{FF2B5EF4-FFF2-40B4-BE49-F238E27FC236}">
                <a16:creationId xmlns:a16="http://schemas.microsoft.com/office/drawing/2014/main" id="{473DFD97-5404-A343-A081-6506159B58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20446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3" name="Marcador de texto 25">
            <a:extLst>
              <a:ext uri="{FF2B5EF4-FFF2-40B4-BE49-F238E27FC236}">
                <a16:creationId xmlns:a16="http://schemas.microsoft.com/office/drawing/2014/main" id="{3D52AA22-C61D-7041-9072-B6901BA93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15935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99A9E7-03E3-9642-8A2B-108C262E1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11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B50D3FED-6049-FA4B-8A37-E5F06A6B46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/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CEBB2E2-DBE2-7D45-85D9-738DBA6B0366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Font typeface="Arial" panose="020B0604020202020204" pitchFamily="34" charset="0"/>
              <a:buNone/>
            </a:pPr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9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32" name="Marcador de texto 25">
            <a:extLst>
              <a:ext uri="{FF2B5EF4-FFF2-40B4-BE49-F238E27FC236}">
                <a16:creationId xmlns:a16="http://schemas.microsoft.com/office/drawing/2014/main" id="{66002469-9E56-F043-A66E-8B630B63C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3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8C2483B-E3B4-E340-B4A8-B329CB2727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34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E70B0647-F99D-B143-BF1B-E6F019E80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6BF6914D-06C1-7B47-BCD5-561F5442B5BC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6F59C235-4023-1844-BD3D-81F0865B65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/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35" name="Marcador de texto 25">
            <a:extLst>
              <a:ext uri="{FF2B5EF4-FFF2-40B4-BE49-F238E27FC236}">
                <a16:creationId xmlns:a16="http://schemas.microsoft.com/office/drawing/2014/main" id="{9332EF15-D36E-F84A-9B5F-F02E7CE1DA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5935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36" name="Marcador de texto 25">
            <a:extLst>
              <a:ext uri="{FF2B5EF4-FFF2-40B4-BE49-F238E27FC236}">
                <a16:creationId xmlns:a16="http://schemas.microsoft.com/office/drawing/2014/main" id="{13AACC63-AB3C-0249-B052-AD1891D7FA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20446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37" name="Marcador de texto 25">
            <a:extLst>
              <a:ext uri="{FF2B5EF4-FFF2-40B4-BE49-F238E27FC236}">
                <a16:creationId xmlns:a16="http://schemas.microsoft.com/office/drawing/2014/main" id="{C507ED2C-F0D6-D84B-9EBD-00E50E82B2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3" y="6399354"/>
            <a:ext cx="415935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DA592CC-780E-CF45-9814-C6A52E379A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467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81A690B-B9EB-6D4F-9A68-33AE2EEE38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897313D-C409-674E-8D7C-4BC767F8D450}"/>
              </a:ext>
            </a:extLst>
          </p:cNvPr>
          <p:cNvSpPr/>
          <p:nvPr userDrawn="1"/>
        </p:nvSpPr>
        <p:spPr>
          <a:xfrm>
            <a:off x="3437467" y="651934"/>
            <a:ext cx="5799666" cy="5808134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BF6914D-06C1-7B47-BCD5-561F5442B5BC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19E1BAAE-8EE6-1F43-9E88-9DBE86F8F5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9268" y="2633133"/>
            <a:ext cx="4893732" cy="2514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11D90907-CBE5-8548-BF18-2645596A8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3033293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786AB6B6-7055-DF4B-95E8-D3F4472844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3078403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2" name="Marcador de texto 25">
            <a:extLst>
              <a:ext uri="{FF2B5EF4-FFF2-40B4-BE49-F238E27FC236}">
                <a16:creationId xmlns:a16="http://schemas.microsoft.com/office/drawing/2014/main" id="{12E5F717-A1F3-BA4E-B751-CA002D046B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3033293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25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9268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destacado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8A65BA9-F3FA-0D47-B7D0-CAEE827B0C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6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EC5A1A76-DED3-E845-BEE2-CEC5330692FA}"/>
              </a:ext>
            </a:extLst>
          </p:cNvPr>
          <p:cNvSpPr/>
          <p:nvPr userDrawn="1"/>
        </p:nvSpPr>
        <p:spPr>
          <a:xfrm>
            <a:off x="-94128" y="-47065"/>
            <a:ext cx="6173196" cy="69521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86FB673C-18EC-C947-B374-88F9D520CBE2}"/>
              </a:ext>
            </a:extLst>
          </p:cNvPr>
          <p:cNvSpPr txBox="1">
            <a:spLocks/>
          </p:cNvSpPr>
          <p:nvPr userDrawn="1"/>
        </p:nvSpPr>
        <p:spPr>
          <a:xfrm>
            <a:off x="6405396" y="412825"/>
            <a:ext cx="5464809" cy="17366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200" b="0" i="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00. Título capítulo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59" name="Marcador de texto 6">
            <a:extLst>
              <a:ext uri="{FF2B5EF4-FFF2-40B4-BE49-F238E27FC236}">
                <a16:creationId xmlns:a16="http://schemas.microsoft.com/office/drawing/2014/main" id="{8F3400B1-D594-4442-B737-BCF5A38E0D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089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62" name="Marcador de texto 25">
            <a:extLst>
              <a:ext uri="{FF2B5EF4-FFF2-40B4-BE49-F238E27FC236}">
                <a16:creationId xmlns:a16="http://schemas.microsoft.com/office/drawing/2014/main" id="{7071F130-476B-F547-91B8-CC3DB646F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63" name="Marcador de texto 25">
            <a:extLst>
              <a:ext uri="{FF2B5EF4-FFF2-40B4-BE49-F238E27FC236}">
                <a16:creationId xmlns:a16="http://schemas.microsoft.com/office/drawing/2014/main" id="{966C36CF-F134-D443-966D-C0FD80B7D9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5" name="Marcador de texto 72">
            <a:extLst>
              <a:ext uri="{FF2B5EF4-FFF2-40B4-BE49-F238E27FC236}">
                <a16:creationId xmlns:a16="http://schemas.microsoft.com/office/drawing/2014/main" id="{E574A015-B695-054C-8660-B90EFB0B55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/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76" name="Marcador de texto 72">
            <a:extLst>
              <a:ext uri="{FF2B5EF4-FFF2-40B4-BE49-F238E27FC236}">
                <a16:creationId xmlns:a16="http://schemas.microsoft.com/office/drawing/2014/main" id="{E57B0336-35A7-744C-B23C-CB974E3E19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/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77" name="Marcador de texto 25">
            <a:extLst>
              <a:ext uri="{FF2B5EF4-FFF2-40B4-BE49-F238E27FC236}">
                <a16:creationId xmlns:a16="http://schemas.microsoft.com/office/drawing/2014/main" id="{A246425E-9EFA-A848-8A09-15535F0A6E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78" name="Marcador de texto 6">
            <a:extLst>
              <a:ext uri="{FF2B5EF4-FFF2-40B4-BE49-F238E27FC236}">
                <a16:creationId xmlns:a16="http://schemas.microsoft.com/office/drawing/2014/main" id="{74E002C9-065A-2745-84D6-F0F746DDF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33021" y="4558926"/>
            <a:ext cx="472116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9" name="Marcador de texto 72">
            <a:extLst>
              <a:ext uri="{FF2B5EF4-FFF2-40B4-BE49-F238E27FC236}">
                <a16:creationId xmlns:a16="http://schemas.microsoft.com/office/drawing/2014/main" id="{1386661A-C4BB-9D44-9529-77D39FBB83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3021" y="1885739"/>
            <a:ext cx="4748786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80" name="Marcador de texto 72">
            <a:extLst>
              <a:ext uri="{FF2B5EF4-FFF2-40B4-BE49-F238E27FC236}">
                <a16:creationId xmlns:a16="http://schemas.microsoft.com/office/drawing/2014/main" id="{4F9B5E30-28D4-134D-ACAF-3A59D70E8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33021" y="2424903"/>
            <a:ext cx="4721161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64E5064-3CF1-2A49-B62B-BE28B20567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06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EC5A1A76-DED3-E845-BEE2-CEC5330692FA}"/>
              </a:ext>
            </a:extLst>
          </p:cNvPr>
          <p:cNvSpPr/>
          <p:nvPr userDrawn="1"/>
        </p:nvSpPr>
        <p:spPr>
          <a:xfrm>
            <a:off x="0" y="-3889"/>
            <a:ext cx="607906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78" name="Marcador de texto 6">
            <a:extLst>
              <a:ext uri="{FF2B5EF4-FFF2-40B4-BE49-F238E27FC236}">
                <a16:creationId xmlns:a16="http://schemas.microsoft.com/office/drawing/2014/main" id="{74E002C9-065A-2745-84D6-F0F746DDF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05396" y="4568825"/>
            <a:ext cx="4715835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9" name="Marcador de texto 72">
            <a:extLst>
              <a:ext uri="{FF2B5EF4-FFF2-40B4-BE49-F238E27FC236}">
                <a16:creationId xmlns:a16="http://schemas.microsoft.com/office/drawing/2014/main" id="{1386661A-C4BB-9D44-9529-77D39FBB83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5396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accent6"/>
                </a:solidFill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80" name="Marcador de texto 72">
            <a:extLst>
              <a:ext uri="{FF2B5EF4-FFF2-40B4-BE49-F238E27FC236}">
                <a16:creationId xmlns:a16="http://schemas.microsoft.com/office/drawing/2014/main" id="{4F9B5E30-28D4-134D-ACAF-3A59D70E8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05396" y="2424903"/>
            <a:ext cx="4721161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21" name="Marcador de texto 6">
            <a:extLst>
              <a:ext uri="{FF2B5EF4-FFF2-40B4-BE49-F238E27FC236}">
                <a16:creationId xmlns:a16="http://schemas.microsoft.com/office/drawing/2014/main" id="{373FDF6B-B8DD-3043-9C53-9BC45BEE99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089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2" name="Marcador de texto 25">
            <a:extLst>
              <a:ext uri="{FF2B5EF4-FFF2-40B4-BE49-F238E27FC236}">
                <a16:creationId xmlns:a16="http://schemas.microsoft.com/office/drawing/2014/main" id="{7858CACE-248D-0542-9330-FD123F4438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3" name="Marcador de texto 25">
            <a:extLst>
              <a:ext uri="{FF2B5EF4-FFF2-40B4-BE49-F238E27FC236}">
                <a16:creationId xmlns:a16="http://schemas.microsoft.com/office/drawing/2014/main" id="{47602718-D3D1-754F-839A-F5A322819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4" name="Marcador de texto 72">
            <a:extLst>
              <a:ext uri="{FF2B5EF4-FFF2-40B4-BE49-F238E27FC236}">
                <a16:creationId xmlns:a16="http://schemas.microsoft.com/office/drawing/2014/main" id="{56DFAD2A-F2E0-F74A-89E8-ECCE98F861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25" name="Marcador de texto 72">
            <a:extLst>
              <a:ext uri="{FF2B5EF4-FFF2-40B4-BE49-F238E27FC236}">
                <a16:creationId xmlns:a16="http://schemas.microsoft.com/office/drawing/2014/main" id="{FCAA76A4-2A2C-EE43-9D9B-DF318B0AF2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BD6CA84F-EEBF-1F43-BA6C-8C9BDF679F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AF5A036-E41D-9D49-A9D4-3CE9417BE9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41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3F50DC-F75A-674C-A65B-9D93EA913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9287" y="0"/>
            <a:ext cx="5962713" cy="6858000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839E92D0-F74C-D24A-B9B5-A1E9A42049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089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0D7C52A1-C3B8-BF40-A9A8-BC187650CF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C76B19EF-F42C-E749-965B-80312A64DB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3" name="Marcador de texto 72">
            <a:extLst>
              <a:ext uri="{FF2B5EF4-FFF2-40B4-BE49-F238E27FC236}">
                <a16:creationId xmlns:a16="http://schemas.microsoft.com/office/drawing/2014/main" id="{A7F09EDC-261E-E044-9605-5F48004AA2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4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A15C4899-7BBA-3945-BA97-98DBFDC717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1795EA5-0CF7-9D47-9EDA-2C2F481420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48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D64029-0A92-204A-87B9-1FB3C47A28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3"/>
          <a:stretch/>
        </p:blipFill>
        <p:spPr>
          <a:xfrm>
            <a:off x="6597748" y="0"/>
            <a:ext cx="5615684" cy="6866467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EA7C54CE-AA5B-6648-AE4E-9DA0E5BA6F20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D79F9DE1-B7ED-FB4C-8312-2BE5BFC03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5" y="884512"/>
            <a:ext cx="4749795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5E237027-DC7E-9B43-BB10-850FCEC3C6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5" y="306003"/>
            <a:ext cx="4794904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56DB1BF4-82DE-2D46-95DF-90816C1647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5" y="6399353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2BDFDAE8-4D7D-7C40-93DC-38873B97E9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5" y="1903855"/>
            <a:ext cx="5520002" cy="1047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5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DESTACADO</a:t>
            </a:r>
          </a:p>
        </p:txBody>
      </p:sp>
      <p:sp>
        <p:nvSpPr>
          <p:cNvPr id="18" name="Marcador de texto 72">
            <a:extLst>
              <a:ext uri="{FF2B5EF4-FFF2-40B4-BE49-F238E27FC236}">
                <a16:creationId xmlns:a16="http://schemas.microsoft.com/office/drawing/2014/main" id="{7C4D0A1A-0C45-AC42-8BF1-9C0585D442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176" y="3346065"/>
            <a:ext cx="5543328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/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7E2D105-1411-1E43-A276-897D60B4F9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00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4600176F-A67F-1C4F-9B01-19EF39884E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02413" y="-1"/>
            <a:ext cx="5589587" cy="6866467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A7C54CE-AA5B-6648-AE4E-9DA0E5BA6F20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17" name="Marcador de texto 25">
            <a:extLst>
              <a:ext uri="{FF2B5EF4-FFF2-40B4-BE49-F238E27FC236}">
                <a16:creationId xmlns:a16="http://schemas.microsoft.com/office/drawing/2014/main" id="{0428A29B-8E68-B94F-B556-33F4E0C769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5" y="884512"/>
            <a:ext cx="4749795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9" name="Marcador de texto 25">
            <a:extLst>
              <a:ext uri="{FF2B5EF4-FFF2-40B4-BE49-F238E27FC236}">
                <a16:creationId xmlns:a16="http://schemas.microsoft.com/office/drawing/2014/main" id="{FB5CB3A2-882C-F642-917B-B21D108C05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5" y="306003"/>
            <a:ext cx="4794904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52B5DD65-30D1-4D42-9B0C-AD0B23430B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5" y="6399353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70C6720C-1511-414A-BF90-FDBD2BE05A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5" y="1903855"/>
            <a:ext cx="5520002" cy="1047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5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DESTACADO</a:t>
            </a:r>
          </a:p>
        </p:txBody>
      </p:sp>
      <p:sp>
        <p:nvSpPr>
          <p:cNvPr id="22" name="Marcador de texto 72">
            <a:extLst>
              <a:ext uri="{FF2B5EF4-FFF2-40B4-BE49-F238E27FC236}">
                <a16:creationId xmlns:a16="http://schemas.microsoft.com/office/drawing/2014/main" id="{2AE5EEC3-1C8B-8F4C-B9D9-E28B6D88EA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176" y="3346065"/>
            <a:ext cx="5543328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/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F6B9B64-637B-0C43-A85B-FEBAA4B068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63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0D7C52A1-C3B8-BF40-A9A8-BC187650CF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C76B19EF-F42C-E749-965B-80312A64DB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3" name="Marcador de texto 72">
            <a:extLst>
              <a:ext uri="{FF2B5EF4-FFF2-40B4-BE49-F238E27FC236}">
                <a16:creationId xmlns:a16="http://schemas.microsoft.com/office/drawing/2014/main" id="{A7F09EDC-261E-E044-9605-5F48004AA2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4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2"/>
            <a:ext cx="4693536" cy="374729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A15C4899-7BBA-3945-BA97-98DBFDC717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7B1A6EA-CC82-214E-AC21-5C78BDE6CE27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E4BAC4-B3DD-8948-9E08-58EA1E0386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87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0D7C52A1-C3B8-BF40-A9A8-BC187650CF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C76B19EF-F42C-E749-965B-80312A64DB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A15C4899-7BBA-3945-BA97-98DBFDC717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661D2BD-CAB8-1245-A6F7-AC8245AA5FB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</p:spTree>
    <p:extLst>
      <p:ext uri="{BB962C8B-B14F-4D97-AF65-F5344CB8AC3E}">
        <p14:creationId xmlns:p14="http://schemas.microsoft.com/office/powerpoint/2010/main" val="960084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3" name="Marcador de gráfico 2">
            <a:extLst>
              <a:ext uri="{FF2B5EF4-FFF2-40B4-BE49-F238E27FC236}">
                <a16:creationId xmlns:a16="http://schemas.microsoft.com/office/drawing/2014/main" id="{185F0562-4270-2042-B1D5-CAF7DABDD0AF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151563" y="1885739"/>
            <a:ext cx="5345672" cy="429318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7C310A-8378-204B-90CA-231BD0D04605}"/>
              </a:ext>
            </a:extLst>
          </p:cNvPr>
          <p:cNvSpPr txBox="1"/>
          <p:nvPr userDrawn="1"/>
        </p:nvSpPr>
        <p:spPr>
          <a:xfrm>
            <a:off x="10907121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21FF0CA2-4EAC-214E-B68A-3E2098B3D4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3" name="Marcador de texto 25">
            <a:extLst>
              <a:ext uri="{FF2B5EF4-FFF2-40B4-BE49-F238E27FC236}">
                <a16:creationId xmlns:a16="http://schemas.microsoft.com/office/drawing/2014/main" id="{18F6060D-7439-1646-89FC-3BB88093D9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5" name="Marcador de texto 72">
            <a:extLst>
              <a:ext uri="{FF2B5EF4-FFF2-40B4-BE49-F238E27FC236}">
                <a16:creationId xmlns:a16="http://schemas.microsoft.com/office/drawing/2014/main" id="{B36E819B-B0B5-1E42-AA60-3FAC998399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6" name="Marcador de texto 72">
            <a:extLst>
              <a:ext uri="{FF2B5EF4-FFF2-40B4-BE49-F238E27FC236}">
                <a16:creationId xmlns:a16="http://schemas.microsoft.com/office/drawing/2014/main" id="{AE970B53-C2DA-7C41-A63E-932C247352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2"/>
            <a:ext cx="4693536" cy="374729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17" name="Marcador de texto 25">
            <a:extLst>
              <a:ext uri="{FF2B5EF4-FFF2-40B4-BE49-F238E27FC236}">
                <a16:creationId xmlns:a16="http://schemas.microsoft.com/office/drawing/2014/main" id="{076B0727-BD79-384E-8DC7-DBAF1B2628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447052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77" name="Marcador de texto 25">
            <a:extLst>
              <a:ext uri="{FF2B5EF4-FFF2-40B4-BE49-F238E27FC236}">
                <a16:creationId xmlns:a16="http://schemas.microsoft.com/office/drawing/2014/main" id="{A246425E-9EFA-A848-8A09-15535F0A6E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43460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3" name="Marcador de gráfico 2">
            <a:extLst>
              <a:ext uri="{FF2B5EF4-FFF2-40B4-BE49-F238E27FC236}">
                <a16:creationId xmlns:a16="http://schemas.microsoft.com/office/drawing/2014/main" id="{185F0562-4270-2042-B1D5-CAF7DABDD0AF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257464" y="1713870"/>
            <a:ext cx="11705935" cy="4493034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58DC16-EC79-6440-A94E-67875825DDA3}"/>
              </a:ext>
            </a:extLst>
          </p:cNvPr>
          <p:cNvSpPr txBox="1"/>
          <p:nvPr userDrawn="1"/>
        </p:nvSpPr>
        <p:spPr>
          <a:xfrm>
            <a:off x="10907121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17" name="Marcador de texto 25">
            <a:extLst>
              <a:ext uri="{FF2B5EF4-FFF2-40B4-BE49-F238E27FC236}">
                <a16:creationId xmlns:a16="http://schemas.microsoft.com/office/drawing/2014/main" id="{034CA42C-4E50-2846-B4B3-FAA21F2D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8" name="Marcador de texto 25">
            <a:extLst>
              <a:ext uri="{FF2B5EF4-FFF2-40B4-BE49-F238E27FC236}">
                <a16:creationId xmlns:a16="http://schemas.microsoft.com/office/drawing/2014/main" id="{4C4C77CA-E7C4-9444-AC8C-2DD982200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3522011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9516FFB-140D-7F43-8F92-D678D3213C23}"/>
              </a:ext>
            </a:extLst>
          </p:cNvPr>
          <p:cNvSpPr txBox="1"/>
          <p:nvPr userDrawn="1"/>
        </p:nvSpPr>
        <p:spPr>
          <a:xfrm>
            <a:off x="10907121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AC0AA867-10A7-7D46-BF36-E4FF1D0980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43460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E8BC292C-9D62-CF4E-912D-573826214E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0C50A9C2-B17E-7B4C-86D3-D8EE0654C9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2059587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.png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15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13">
            <a:extLst>
              <a:ext uri="{FF2B5EF4-FFF2-40B4-BE49-F238E27FC236}">
                <a16:creationId xmlns:a16="http://schemas.microsoft.com/office/drawing/2014/main" id="{0747F716-090E-B946-B4CB-5827382B29E0}"/>
              </a:ext>
            </a:extLst>
          </p:cNvPr>
          <p:cNvSpPr txBox="1">
            <a:spLocks/>
          </p:cNvSpPr>
          <p:nvPr userDrawn="1"/>
        </p:nvSpPr>
        <p:spPr>
          <a:xfrm>
            <a:off x="8752475" y="6476458"/>
            <a:ext cx="3139920" cy="15173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200" b="1" i="0" kern="1200" spc="0" baseline="0">
                <a:solidFill>
                  <a:schemeClr val="accent4"/>
                </a:solidFill>
                <a:latin typeface="FS Pimlico" panose="0200050606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0ECEC12-63F7-EE49-8F2F-F20D400E7432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D911340-0026-754A-9537-FE77A1EEC9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6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5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75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1" r:id="rId2"/>
    <p:sldLayoutId id="2147483686" r:id="rId3"/>
    <p:sldLayoutId id="2147483687" r:id="rId4"/>
    <p:sldLayoutId id="2147483714" r:id="rId5"/>
    <p:sldLayoutId id="2147483682" r:id="rId6"/>
    <p:sldLayoutId id="214748369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45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2" r:id="rId2"/>
    <p:sldLayoutId id="2147483703" r:id="rId3"/>
    <p:sldLayoutId id="2147483704" r:id="rId4"/>
    <p:sldLayoutId id="2147483705" r:id="rId5"/>
    <p:sldLayoutId id="2147483715" r:id="rId6"/>
    <p:sldLayoutId id="214748371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E566802-47B6-F549-9BF7-2A9DEA23E58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4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33C133-BD73-224B-A64D-6AFAC7361E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sz="4000" b="0" dirty="0">
                <a:latin typeface="Visuelt Pro" panose="020B0503040202040104" pitchFamily="34" charset="0"/>
              </a:rPr>
              <a:t>Título TFT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B18A46-7F52-A144-A46A-B18221AE0C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6893" y="1437058"/>
            <a:ext cx="7570912" cy="563602"/>
          </a:xfrm>
        </p:spPr>
        <p:txBody>
          <a:bodyPr/>
          <a:lstStyle/>
          <a:p>
            <a:r>
              <a:rPr lang="es-ES" sz="3200" dirty="0">
                <a:latin typeface="Visuelt Pro" panose="020B0503040202040104" pitchFamily="34" charset="0"/>
              </a:rPr>
              <a:t>Nombre del programa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4EB18A46-7F52-A144-A46A-B18221AE0C68}"/>
              </a:ext>
            </a:extLst>
          </p:cNvPr>
          <p:cNvSpPr txBox="1">
            <a:spLocks/>
          </p:cNvSpPr>
          <p:nvPr/>
        </p:nvSpPr>
        <p:spPr>
          <a:xfrm>
            <a:off x="456320" y="5008161"/>
            <a:ext cx="7570912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dirty="0">
                <a:latin typeface="Visuelt Pro" panose="020B0503040202040104" pitchFamily="34" charset="0"/>
              </a:rPr>
              <a:t>Nombre y apellidos estudiante</a:t>
            </a:r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4EB18A46-7F52-A144-A46A-B18221AE0C68}"/>
              </a:ext>
            </a:extLst>
          </p:cNvPr>
          <p:cNvSpPr txBox="1">
            <a:spLocks/>
          </p:cNvSpPr>
          <p:nvPr/>
        </p:nvSpPr>
        <p:spPr>
          <a:xfrm>
            <a:off x="456320" y="5853564"/>
            <a:ext cx="7570912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>
                <a:latin typeface="Visuelt Pro" panose="020B0503040202040104" pitchFamily="34" charset="0"/>
              </a:rPr>
              <a:t>Fecha</a:t>
            </a:r>
          </a:p>
        </p:txBody>
      </p:sp>
    </p:spTree>
    <p:extLst>
      <p:ext uri="{BB962C8B-B14F-4D97-AF65-F5344CB8AC3E}">
        <p14:creationId xmlns:p14="http://schemas.microsoft.com/office/powerpoint/2010/main" val="2306625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03137A3-D766-D948-A031-2301139F2E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endParaRPr lang="es-ES" dirty="0">
              <a:latin typeface="Visuelt Pro" panose="020B050304020204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400AF4-2D6B-2A46-B14B-F4D05A480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06D7B4-17E8-A043-8368-C85223C4DC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 dirty="0">
              <a:latin typeface="Visuelt Pro" panose="020B05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9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D7EF3-4AE3-5445-BDF5-03EF3ED668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>
              <a:latin typeface="Visuelt Pro" panose="020B050304020204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433344-C225-A444-8257-AD0A8053E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A3360B-1490-3F4F-9E07-A17DA10DA1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3BA96F-DDC8-A841-AB05-95E9B0A3E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96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D7EF3-4AE3-5445-BDF5-03EF3ED668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433344-C225-A444-8257-AD0A8053E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A3360B-1490-3F4F-9E07-A17DA10DA1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3BA96F-DDC8-A841-AB05-95E9B0A3E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32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D7EF3-4AE3-5445-BDF5-03EF3ED668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433344-C225-A444-8257-AD0A8053E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A3360B-1490-3F4F-9E07-A17DA10DA1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3BA96F-DDC8-A841-AB05-95E9B0A3E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92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0B6B3-C0D3-9540-A35A-BD4AC7EA9D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B8C2EF-2255-5D40-8723-D45629F5D5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E37386-90D7-CD4C-ADC8-8147075AD6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BF0F35-D814-BF4C-9D33-27A9F7375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183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ACDA8-8BCB-604E-BAD5-6464BCF8EC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A0D947-3F51-164D-B962-6AA06C45D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7464" y="903468"/>
            <a:ext cx="4159359" cy="523642"/>
          </a:xfrm>
        </p:spPr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63B729-1990-3E4A-B038-5A6740E2B0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67B9BE8-1AA8-3743-9B5C-33A0748280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85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D8A4D-A5C4-0246-9CF1-656438803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62D825-DC06-A24D-B165-979EB6A778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CB559B-BC32-E842-9387-B2A2EF9D4F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F13DC65-34FC-754C-98ED-59C63279EF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55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A3EADB6-450B-A045-B452-B2E32F7EAD8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1BDC82-461C-2047-873D-3F0832AF04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4701CD-5BFA-5A45-9F4D-B2098BE397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CD14F8-EAFB-DD42-AE56-E018A63E02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08BD8D8-0006-6949-8C40-F0ECE28D21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FDD8C83-312C-D14C-8185-1FB630B0D5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9567E51-0F13-4F42-81B1-9DD7333B3E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32AC2877-353A-2F48-81C7-66A5141386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B2D16535-B85F-E84F-9813-BADC75C1A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>
              <a:latin typeface="Visuelt Pro" panose="020B05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72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BA48434-93B9-FE47-BC51-EF7D2545CBF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956211" y="1175802"/>
            <a:ext cx="7580339" cy="59754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s-ES" sz="4400" b="1" dirty="0">
                <a:latin typeface="Visuelt Pro" panose="020B05030402020401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977850342"/>
      </p:ext>
    </p:extLst>
  </p:cSld>
  <p:clrMapOvr>
    <a:masterClrMapping/>
  </p:clrMapOvr>
</p:sld>
</file>

<file path=ppt/theme/theme1.xml><?xml version="1.0" encoding="utf-8"?>
<a:theme xmlns:a="http://schemas.openxmlformats.org/drawingml/2006/main" name="Caratulas">
  <a:themeElements>
    <a:clrScheme name="Viu">
      <a:dk1>
        <a:srgbClr val="000000"/>
      </a:dk1>
      <a:lt1>
        <a:srgbClr val="FFFFFF"/>
      </a:lt1>
      <a:dk2>
        <a:srgbClr val="CDCFCE"/>
      </a:dk2>
      <a:lt2>
        <a:srgbClr val="FFFFFF"/>
      </a:lt2>
      <a:accent1>
        <a:srgbClr val="FDECE8"/>
      </a:accent1>
      <a:accent2>
        <a:srgbClr val="F5B8A1"/>
      </a:accent2>
      <a:accent3>
        <a:srgbClr val="F19672"/>
      </a:accent3>
      <a:accent4>
        <a:srgbClr val="F3A788"/>
      </a:accent4>
      <a:accent5>
        <a:srgbClr val="EB7243"/>
      </a:accent5>
      <a:accent6>
        <a:srgbClr val="E64F12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ón (1) (1)" id="{71ECE292-F097-426F-B4A7-FD7CD2666D43}" vid="{7FE2F312-AB08-40E7-ACBD-7379E494E430}"/>
    </a:ext>
  </a:extLst>
</a:theme>
</file>

<file path=ppt/theme/theme2.xml><?xml version="1.0" encoding="utf-8"?>
<a:theme xmlns:a="http://schemas.openxmlformats.org/drawingml/2006/main" name="Capítulo">
  <a:themeElements>
    <a:clrScheme name="Viu">
      <a:dk1>
        <a:srgbClr val="000000"/>
      </a:dk1>
      <a:lt1>
        <a:srgbClr val="FFFFFF"/>
      </a:lt1>
      <a:dk2>
        <a:srgbClr val="CDCFCE"/>
      </a:dk2>
      <a:lt2>
        <a:srgbClr val="FFFFFF"/>
      </a:lt2>
      <a:accent1>
        <a:srgbClr val="FDECE8"/>
      </a:accent1>
      <a:accent2>
        <a:srgbClr val="F5B8A1"/>
      </a:accent2>
      <a:accent3>
        <a:srgbClr val="F19672"/>
      </a:accent3>
      <a:accent4>
        <a:srgbClr val="F3A788"/>
      </a:accent4>
      <a:accent5>
        <a:srgbClr val="EB7243"/>
      </a:accent5>
      <a:accent6>
        <a:srgbClr val="E64F12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ón (1) (1)" id="{71ECE292-F097-426F-B4A7-FD7CD2666D43}" vid="{9A3A5CC0-B4C9-4401-B90C-B1BEECC27E81}"/>
    </a:ext>
  </a:extLst>
</a:theme>
</file>

<file path=ppt/theme/theme3.xml><?xml version="1.0" encoding="utf-8"?>
<a:theme xmlns:a="http://schemas.openxmlformats.org/drawingml/2006/main" name="Destacados Slide">
  <a:themeElements>
    <a:clrScheme name="Viu">
      <a:dk1>
        <a:srgbClr val="000000"/>
      </a:dk1>
      <a:lt1>
        <a:srgbClr val="FFFFFF"/>
      </a:lt1>
      <a:dk2>
        <a:srgbClr val="CDCFCE"/>
      </a:dk2>
      <a:lt2>
        <a:srgbClr val="E54E13"/>
      </a:lt2>
      <a:accent1>
        <a:srgbClr val="FDECE8"/>
      </a:accent1>
      <a:accent2>
        <a:srgbClr val="F5B8A1"/>
      </a:accent2>
      <a:accent3>
        <a:srgbClr val="F19672"/>
      </a:accent3>
      <a:accent4>
        <a:srgbClr val="F3A788"/>
      </a:accent4>
      <a:accent5>
        <a:srgbClr val="EB7243"/>
      </a:accent5>
      <a:accent6>
        <a:srgbClr val="E64F12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ón (1) (1)" id="{71ECE292-F097-426F-B4A7-FD7CD2666D43}" vid="{0C1A9907-5B6E-482B-843D-B89F6293C400}"/>
    </a:ext>
  </a:extLst>
</a:theme>
</file>

<file path=ppt/theme/theme4.xml><?xml version="1.0" encoding="utf-8"?>
<a:theme xmlns:a="http://schemas.openxmlformats.org/drawingml/2006/main" name="Contenido Slide">
  <a:themeElements>
    <a:clrScheme name="Viu">
      <a:dk1>
        <a:srgbClr val="000000"/>
      </a:dk1>
      <a:lt1>
        <a:srgbClr val="FFFFFF"/>
      </a:lt1>
      <a:dk2>
        <a:srgbClr val="CDCFCE"/>
      </a:dk2>
      <a:lt2>
        <a:srgbClr val="E54E13"/>
      </a:lt2>
      <a:accent1>
        <a:srgbClr val="FDECE8"/>
      </a:accent1>
      <a:accent2>
        <a:srgbClr val="F5B8A1"/>
      </a:accent2>
      <a:accent3>
        <a:srgbClr val="F19672"/>
      </a:accent3>
      <a:accent4>
        <a:srgbClr val="F3A788"/>
      </a:accent4>
      <a:accent5>
        <a:srgbClr val="EB7243"/>
      </a:accent5>
      <a:accent6>
        <a:srgbClr val="E64F12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ón (1) (1)" id="{71ECE292-F097-426F-B4A7-FD7CD2666D43}" vid="{5B4F95D1-3846-4E41-A6AB-B3C3728635E6}"/>
    </a:ext>
  </a:extLst>
</a:theme>
</file>

<file path=ppt/theme/theme5.xml><?xml version="1.0" encoding="utf-8"?>
<a:theme xmlns:a="http://schemas.openxmlformats.org/drawingml/2006/main" name="Gráficos">
  <a:themeElements>
    <a:clrScheme name="Viu gráficos">
      <a:dk1>
        <a:srgbClr val="000000"/>
      </a:dk1>
      <a:lt1>
        <a:srgbClr val="FFFFFF"/>
      </a:lt1>
      <a:dk2>
        <a:srgbClr val="CDCFCE"/>
      </a:dk2>
      <a:lt2>
        <a:srgbClr val="E54E13"/>
      </a:lt2>
      <a:accent1>
        <a:srgbClr val="E45115"/>
      </a:accent1>
      <a:accent2>
        <a:srgbClr val="EC7240"/>
      </a:accent2>
      <a:accent3>
        <a:srgbClr val="F2A788"/>
      </a:accent3>
      <a:accent4>
        <a:srgbClr val="F19672"/>
      </a:accent4>
      <a:accent5>
        <a:srgbClr val="F5B8A0"/>
      </a:accent5>
      <a:accent6>
        <a:srgbClr val="FEEDE5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ón (1) (1)" id="{71ECE292-F097-426F-B4A7-FD7CD2666D43}" vid="{E9B410BF-BAEE-4774-BA07-90728BF79702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109a48-3752-4c10-81b4-55fc0b1e9497">
      <Terms xmlns="http://schemas.microsoft.com/office/infopath/2007/PartnerControls"/>
    </lcf76f155ced4ddcb4097134ff3c332f>
    <TaxCatchAll xmlns="7d5a626d-f509-44d4-b02c-d1583848074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B492543B7F7B45ADB4F41F3F822985" ma:contentTypeVersion="18" ma:contentTypeDescription="Crear nuevo documento." ma:contentTypeScope="" ma:versionID="3a80904171e61f7e2b6df78dbd43ffda">
  <xsd:schema xmlns:xsd="http://www.w3.org/2001/XMLSchema" xmlns:xs="http://www.w3.org/2001/XMLSchema" xmlns:p="http://schemas.microsoft.com/office/2006/metadata/properties" xmlns:ns2="3f109a48-3752-4c10-81b4-55fc0b1e9497" xmlns:ns3="7d5a626d-f509-44d4-b02c-d15838480747" targetNamespace="http://schemas.microsoft.com/office/2006/metadata/properties" ma:root="true" ma:fieldsID="1f3f2028588fb82fbc813f4f8c492a2c" ns2:_="" ns3:_="">
    <xsd:import namespace="3f109a48-3752-4c10-81b4-55fc0b1e9497"/>
    <xsd:import namespace="7d5a626d-f509-44d4-b02c-d158384807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09a48-3752-4c10-81b4-55fc0b1e94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0e055066-1d0b-4836-b0e5-54071a0012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5a626d-f509-44d4-b02c-d1583848074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cf61b44-d36e-46aa-a5ac-86f723ddf17b}" ma:internalName="TaxCatchAll" ma:showField="CatchAllData" ma:web="7d5a626d-f509-44d4-b02c-d158384807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F70F9E-9FA1-4367-A1EC-676B8F3CDBE1}">
  <ds:schemaRefs>
    <ds:schemaRef ds:uri="http://purl.org/dc/terms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7d5a626d-f509-44d4-b02c-d15838480747"/>
    <ds:schemaRef ds:uri="3f109a48-3752-4c10-81b4-55fc0b1e9497"/>
  </ds:schemaRefs>
</ds:datastoreItem>
</file>

<file path=customXml/itemProps2.xml><?xml version="1.0" encoding="utf-8"?>
<ds:datastoreItem xmlns:ds="http://schemas.openxmlformats.org/officeDocument/2006/customXml" ds:itemID="{6C721F13-12E3-4362-B141-E6788BC547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852456-4BA5-4650-B146-313638CC86FB}"/>
</file>

<file path=docProps/app.xml><?xml version="1.0" encoding="utf-8"?>
<Properties xmlns="http://schemas.openxmlformats.org/officeDocument/2006/extended-properties" xmlns:vt="http://schemas.openxmlformats.org/officeDocument/2006/docPropsVTypes">
  <Template>16. P11_06_F12 Plantilla de PPT para Defensa_V.01_borr</Template>
  <TotalTime>2</TotalTime>
  <Words>11</Words>
  <Application>Microsoft Office PowerPoint</Application>
  <PresentationFormat>Panorámica</PresentationFormat>
  <Paragraphs>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10</vt:i4>
      </vt:variant>
    </vt:vector>
  </HeadingPairs>
  <TitlesOfParts>
    <vt:vector size="20" baseType="lpstr">
      <vt:lpstr>Arial</vt:lpstr>
      <vt:lpstr>Calibri</vt:lpstr>
      <vt:lpstr>FS Pimlico</vt:lpstr>
      <vt:lpstr>Times New Roman</vt:lpstr>
      <vt:lpstr>Visuelt Pro</vt:lpstr>
      <vt:lpstr>Caratulas</vt:lpstr>
      <vt:lpstr>Capítulo</vt:lpstr>
      <vt:lpstr>Destacados Slide</vt:lpstr>
      <vt:lpstr>Contenido Slide</vt:lpstr>
      <vt:lpstr>Gráficos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Lucía Pardo Gómez</dc:creator>
  <cp:lastModifiedBy>Lucía Pardo Gómez</cp:lastModifiedBy>
  <cp:revision>1</cp:revision>
  <dcterms:created xsi:type="dcterms:W3CDTF">2025-04-14T11:48:39Z</dcterms:created>
  <dcterms:modified xsi:type="dcterms:W3CDTF">2025-04-14T11:51:17Z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0x010100A9B492543B7F7B45ADB4F41F3F822985</vt:lpwstr>
  </property>
  <property fmtid="{D5CDD505-2E9C-101B-9397-08002B2CF9AE}" pid="3" name="MediaServiceImageTags">
    <vt:lpwstr/>
  </property>
</Properties>
</file>